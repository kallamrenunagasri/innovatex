
<file path=[Content_Types].xml><?xml version="1.0" encoding="utf-8"?>
<Types xmlns="http://schemas.openxmlformats.org/package/2006/content-types">
  <Default ContentType="image/svg+xml" Extension="svg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2282" y="10026351"/>
            <a:ext cx="22921152" cy="3086100"/>
            <a:chOff x="0" y="0"/>
            <a:chExt cx="603684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36847" cy="812800"/>
            </a:xfrm>
            <a:custGeom>
              <a:avLst/>
              <a:gdLst/>
              <a:ahLst/>
              <a:cxnLst/>
              <a:rect r="r" b="b" t="t" l="l"/>
              <a:pathLst>
                <a:path h="812800" w="6036847">
                  <a:moveTo>
                    <a:pt x="0" y="0"/>
                  </a:moveTo>
                  <a:lnTo>
                    <a:pt x="6036847" y="0"/>
                  </a:lnTo>
                  <a:lnTo>
                    <a:pt x="6036847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A1523">
                    <a:alpha val="60000"/>
                  </a:srgbClr>
                </a:gs>
                <a:gs pos="100000">
                  <a:srgbClr val="FFC987">
                    <a:alpha val="60000"/>
                  </a:srgbClr>
                </a:gs>
              </a:gsLst>
              <a:lin ang="20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03684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5444689" cy="1382410"/>
          </a:xfrm>
          <a:custGeom>
            <a:avLst/>
            <a:gdLst/>
            <a:ahLst/>
            <a:cxnLst/>
            <a:rect r="r" b="b" t="t" l="l"/>
            <a:pathLst>
              <a:path h="1382410" w="5444689">
                <a:moveTo>
                  <a:pt x="0" y="0"/>
                </a:moveTo>
                <a:lnTo>
                  <a:pt x="5444689" y="0"/>
                </a:lnTo>
                <a:lnTo>
                  <a:pt x="5444689" y="1382410"/>
                </a:lnTo>
                <a:lnTo>
                  <a:pt x="0" y="1382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55775" y="272983"/>
            <a:ext cx="4666046" cy="836444"/>
          </a:xfrm>
          <a:custGeom>
            <a:avLst/>
            <a:gdLst/>
            <a:ahLst/>
            <a:cxnLst/>
            <a:rect r="r" b="b" t="t" l="l"/>
            <a:pathLst>
              <a:path h="836444" w="4666046">
                <a:moveTo>
                  <a:pt x="0" y="0"/>
                </a:moveTo>
                <a:lnTo>
                  <a:pt x="4666046" y="0"/>
                </a:lnTo>
                <a:lnTo>
                  <a:pt x="4666046" y="836444"/>
                </a:lnTo>
                <a:lnTo>
                  <a:pt x="0" y="836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416209" y="1334785"/>
            <a:ext cx="22220247" cy="47625"/>
            <a:chOff x="0" y="0"/>
            <a:chExt cx="5852246" cy="12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52246" cy="12543"/>
            </a:xfrm>
            <a:custGeom>
              <a:avLst/>
              <a:gdLst/>
              <a:ahLst/>
              <a:cxnLst/>
              <a:rect r="r" b="b" t="t" l="l"/>
              <a:pathLst>
                <a:path h="12543" w="5852246">
                  <a:moveTo>
                    <a:pt x="0" y="0"/>
                  </a:moveTo>
                  <a:lnTo>
                    <a:pt x="5852246" y="0"/>
                  </a:lnTo>
                  <a:lnTo>
                    <a:pt x="585224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B2B2B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85224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4150" y="2023812"/>
            <a:ext cx="7095243" cy="122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0"/>
              </a:lnSpc>
            </a:pPr>
            <a:r>
              <a:rPr lang="en-US" sz="854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BF8B16">
                        <a:alpha val="100000"/>
                      </a:srgbClr>
                    </a:gs>
                  </a:gsLst>
                  <a:lin ang="16200000"/>
                </a:gradFill>
                <a:latin typeface="ITC Benguiat"/>
                <a:ea typeface="ITC Benguiat"/>
                <a:cs typeface="ITC Benguiat"/>
                <a:sym typeface="ITC Benguiat"/>
              </a:rPr>
              <a:t>GUIDELINES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1911" y="3253528"/>
            <a:ext cx="17609910" cy="572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6545"/>
              </a:lnSpc>
              <a:buFont typeface="Arial"/>
              <a:buChar char="•"/>
            </a:pPr>
            <a:r>
              <a:rPr lang="en-US" sz="3500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Kindly use the provided template for submitting your project. </a:t>
            </a:r>
          </a:p>
          <a:p>
            <a:pPr algn="l" marL="755651" indent="-377825" lvl="1">
              <a:lnSpc>
                <a:spcPts val="6545"/>
              </a:lnSpc>
              <a:buFont typeface="Arial"/>
              <a:buChar char="•"/>
            </a:pPr>
            <a:r>
              <a:rPr lang="en-US" sz="3500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The team size must be between </a:t>
            </a:r>
            <a:r>
              <a:rPr lang="en-US" b="true" sz="3500" i="true">
                <a:solidFill>
                  <a:srgbClr val="2B2B2B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3–4 members.</a:t>
            </a:r>
          </a:p>
          <a:p>
            <a:pPr algn="l" marL="755651" indent="-377825" lvl="1">
              <a:lnSpc>
                <a:spcPts val="6545"/>
              </a:lnSpc>
              <a:buFont typeface="Arial"/>
              <a:buChar char="•"/>
            </a:pPr>
            <a:r>
              <a:rPr lang="en-US" sz="3500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Teams must submit their </a:t>
            </a:r>
            <a:r>
              <a:rPr lang="en-US" b="true" sz="3500" i="true">
                <a:solidFill>
                  <a:srgbClr val="2B2B2B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presentation</a:t>
            </a:r>
            <a:r>
              <a:rPr lang="en-US" sz="3500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 along with a </a:t>
            </a:r>
            <a:r>
              <a:rPr lang="en-US" b="true" sz="3500" i="true">
                <a:solidFill>
                  <a:srgbClr val="2B2B2B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working demo</a:t>
            </a:r>
            <a:r>
              <a:rPr lang="en-US" sz="3500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 of the project. (A demo video is optional but recommended.)</a:t>
            </a:r>
          </a:p>
          <a:p>
            <a:pPr algn="l" marL="755651" indent="-377825" lvl="1">
              <a:lnSpc>
                <a:spcPts val="6545"/>
              </a:lnSpc>
              <a:buFont typeface="Arial"/>
              <a:buChar char="•"/>
            </a:pPr>
            <a:r>
              <a:rPr lang="en-US" sz="3500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Participants are encouraged to include </a:t>
            </a:r>
            <a:r>
              <a:rPr lang="en-US" b="true" sz="3500" i="true">
                <a:solidFill>
                  <a:srgbClr val="2B2B2B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Architecture diagram</a:t>
            </a:r>
            <a:r>
              <a:rPr lang="en-US" sz="3500" i="true">
                <a:solidFill>
                  <a:srgbClr val="2B2B2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</a:t>
            </a:r>
            <a:r>
              <a:rPr lang="en-US" sz="3500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to better explain their solution.</a:t>
            </a:r>
          </a:p>
          <a:p>
            <a:pPr algn="l" marL="755651" indent="-377825" lvl="1">
              <a:lnSpc>
                <a:spcPts val="6545"/>
              </a:lnSpc>
              <a:buFont typeface="Arial"/>
              <a:buChar char="•"/>
            </a:pPr>
            <a:r>
              <a:rPr lang="en-US" sz="3500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Teams are free to use any </a:t>
            </a:r>
            <a:r>
              <a:rPr lang="en-US" b="true" sz="3500" i="true">
                <a:solidFill>
                  <a:srgbClr val="2B2B2B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technology stack</a:t>
            </a:r>
            <a:r>
              <a:rPr lang="en-US" sz="3500" i="true">
                <a:solidFill>
                  <a:srgbClr val="2B2B2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</a:t>
            </a:r>
            <a:r>
              <a:rPr lang="en-US" sz="3500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suitable for building their solution.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796654" y="-656938"/>
            <a:ext cx="22794051" cy="6038365"/>
            <a:chOff x="0" y="0"/>
            <a:chExt cx="6003371" cy="15903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03372" cy="1590351"/>
            </a:xfrm>
            <a:custGeom>
              <a:avLst/>
              <a:gdLst/>
              <a:ahLst/>
              <a:cxnLst/>
              <a:rect r="r" b="b" t="t" l="l"/>
              <a:pathLst>
                <a:path h="1590351" w="6003372">
                  <a:moveTo>
                    <a:pt x="33965" y="0"/>
                  </a:moveTo>
                  <a:lnTo>
                    <a:pt x="5969407" y="0"/>
                  </a:lnTo>
                  <a:cubicBezTo>
                    <a:pt x="5978415" y="0"/>
                    <a:pt x="5987054" y="3578"/>
                    <a:pt x="5993424" y="9948"/>
                  </a:cubicBezTo>
                  <a:cubicBezTo>
                    <a:pt x="5999793" y="16318"/>
                    <a:pt x="6003372" y="24957"/>
                    <a:pt x="6003372" y="33965"/>
                  </a:cubicBezTo>
                  <a:lnTo>
                    <a:pt x="6003372" y="1556387"/>
                  </a:lnTo>
                  <a:cubicBezTo>
                    <a:pt x="6003372" y="1565395"/>
                    <a:pt x="5999793" y="1574034"/>
                    <a:pt x="5993424" y="1580403"/>
                  </a:cubicBezTo>
                  <a:cubicBezTo>
                    <a:pt x="5987054" y="1586773"/>
                    <a:pt x="5978415" y="1590351"/>
                    <a:pt x="5969407" y="1590351"/>
                  </a:cubicBezTo>
                  <a:lnTo>
                    <a:pt x="33965" y="1590351"/>
                  </a:lnTo>
                  <a:cubicBezTo>
                    <a:pt x="24957" y="1590351"/>
                    <a:pt x="16318" y="1586773"/>
                    <a:pt x="9948" y="1580403"/>
                  </a:cubicBezTo>
                  <a:cubicBezTo>
                    <a:pt x="3578" y="1574034"/>
                    <a:pt x="0" y="1565395"/>
                    <a:pt x="0" y="1556387"/>
                  </a:cubicBezTo>
                  <a:lnTo>
                    <a:pt x="0" y="33965"/>
                  </a:lnTo>
                  <a:cubicBezTo>
                    <a:pt x="0" y="24957"/>
                    <a:pt x="3578" y="16318"/>
                    <a:pt x="9948" y="9948"/>
                  </a:cubicBezTo>
                  <a:cubicBezTo>
                    <a:pt x="16318" y="3578"/>
                    <a:pt x="24957" y="0"/>
                    <a:pt x="339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A1523">
                    <a:alpha val="60000"/>
                  </a:srgbClr>
                </a:gs>
                <a:gs pos="100000">
                  <a:srgbClr val="FFC987">
                    <a:alpha val="60000"/>
                  </a:srgbClr>
                </a:gs>
              </a:gsLst>
              <a:lin ang="20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003371" cy="1628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681759"/>
            <a:ext cx="11952875" cy="2172685"/>
            <a:chOff x="0" y="0"/>
            <a:chExt cx="15937166" cy="289691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572571" y="428625"/>
              <a:ext cx="14364595" cy="1780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8490"/>
                </a:lnSpc>
                <a:spcBef>
                  <a:spcPct val="0"/>
                </a:spcBef>
              </a:pPr>
              <a:r>
                <a:rPr lang="en-US" sz="10885" spc="-85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INNOVATEX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747944"/>
              <a:ext cx="7830166" cy="1148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7030"/>
                </a:lnSpc>
                <a:spcBef>
                  <a:spcPct val="0"/>
                </a:spcBef>
              </a:pPr>
              <a:r>
                <a:rPr lang="en-US" b="true" sz="5408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HACKATHON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6258382" y="3374828"/>
            <a:ext cx="2221140" cy="0"/>
          </a:xfrm>
          <a:prstGeom prst="line">
            <a:avLst/>
          </a:prstGeom>
          <a:ln cap="rnd" w="19050">
            <a:solidFill>
              <a:srgbClr val="2B2B2B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8600371" y="3232955"/>
            <a:ext cx="283746" cy="283746"/>
          </a:xfrm>
          <a:custGeom>
            <a:avLst/>
            <a:gdLst/>
            <a:ahLst/>
            <a:cxnLst/>
            <a:rect r="r" b="b" t="t" l="l"/>
            <a:pathLst>
              <a:path h="283746" w="283746">
                <a:moveTo>
                  <a:pt x="0" y="0"/>
                </a:moveTo>
                <a:lnTo>
                  <a:pt x="283747" y="0"/>
                </a:lnTo>
                <a:lnTo>
                  <a:pt x="283747" y="283746"/>
                </a:lnTo>
                <a:lnTo>
                  <a:pt x="0" y="283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9002127" y="3232955"/>
            <a:ext cx="283746" cy="283746"/>
          </a:xfrm>
          <a:custGeom>
            <a:avLst/>
            <a:gdLst/>
            <a:ahLst/>
            <a:cxnLst/>
            <a:rect r="r" b="b" t="t" l="l"/>
            <a:pathLst>
              <a:path h="283746" w="283746">
                <a:moveTo>
                  <a:pt x="0" y="0"/>
                </a:moveTo>
                <a:lnTo>
                  <a:pt x="283746" y="0"/>
                </a:lnTo>
                <a:lnTo>
                  <a:pt x="283746" y="283746"/>
                </a:lnTo>
                <a:lnTo>
                  <a:pt x="0" y="283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grpSp>
        <p:nvGrpSpPr>
          <p:cNvPr name="Group 12" id="12"/>
          <p:cNvGrpSpPr/>
          <p:nvPr/>
        </p:nvGrpSpPr>
        <p:grpSpPr>
          <a:xfrm rot="0">
            <a:off x="11044550" y="827118"/>
            <a:ext cx="5372732" cy="3881967"/>
            <a:chOff x="0" y="0"/>
            <a:chExt cx="936328" cy="6765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6328" cy="676526"/>
            </a:xfrm>
            <a:custGeom>
              <a:avLst/>
              <a:gdLst/>
              <a:ahLst/>
              <a:cxnLst/>
              <a:rect r="r" b="b" t="t" l="l"/>
              <a:pathLst>
                <a:path h="676526" w="936328">
                  <a:moveTo>
                    <a:pt x="51875" y="0"/>
                  </a:moveTo>
                  <a:lnTo>
                    <a:pt x="884453" y="0"/>
                  </a:lnTo>
                  <a:cubicBezTo>
                    <a:pt x="898211" y="0"/>
                    <a:pt x="911406" y="5465"/>
                    <a:pt x="921134" y="15194"/>
                  </a:cubicBezTo>
                  <a:cubicBezTo>
                    <a:pt x="930862" y="24922"/>
                    <a:pt x="936328" y="38117"/>
                    <a:pt x="936328" y="51875"/>
                  </a:cubicBezTo>
                  <a:lnTo>
                    <a:pt x="936328" y="624652"/>
                  </a:lnTo>
                  <a:cubicBezTo>
                    <a:pt x="936328" y="638410"/>
                    <a:pt x="930862" y="651604"/>
                    <a:pt x="921134" y="661333"/>
                  </a:cubicBezTo>
                  <a:cubicBezTo>
                    <a:pt x="911406" y="671061"/>
                    <a:pt x="898211" y="676526"/>
                    <a:pt x="884453" y="676526"/>
                  </a:cubicBezTo>
                  <a:lnTo>
                    <a:pt x="51875" y="676526"/>
                  </a:lnTo>
                  <a:cubicBezTo>
                    <a:pt x="38117" y="676526"/>
                    <a:pt x="24922" y="671061"/>
                    <a:pt x="15194" y="661333"/>
                  </a:cubicBezTo>
                  <a:cubicBezTo>
                    <a:pt x="5465" y="651604"/>
                    <a:pt x="0" y="638410"/>
                    <a:pt x="0" y="624652"/>
                  </a:cubicBezTo>
                  <a:lnTo>
                    <a:pt x="0" y="51875"/>
                  </a:lnTo>
                  <a:cubicBezTo>
                    <a:pt x="0" y="38117"/>
                    <a:pt x="5465" y="24922"/>
                    <a:pt x="15194" y="15194"/>
                  </a:cubicBezTo>
                  <a:cubicBezTo>
                    <a:pt x="24922" y="5465"/>
                    <a:pt x="38117" y="0"/>
                    <a:pt x="51875" y="0"/>
                  </a:cubicBezTo>
                  <a:close/>
                </a:path>
              </a:pathLst>
            </a:custGeom>
            <a:blipFill>
              <a:blip r:embed="rId5"/>
              <a:stretch>
                <a:fillRect l="-24260" t="0" r="-2426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7555" y="6184386"/>
            <a:ext cx="5819662" cy="3073914"/>
            <a:chOff x="0" y="0"/>
            <a:chExt cx="7759549" cy="409855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76200"/>
              <a:ext cx="5568553" cy="732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999"/>
                </a:lnSpc>
                <a:spcBef>
                  <a:spcPct val="0"/>
                </a:spcBef>
              </a:pPr>
              <a:r>
                <a:rPr lang="en-US" b="true" sz="3999" spc="-31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TEAM DETAILS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277880"/>
              <a:ext cx="4488128" cy="639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29"/>
                </a:lnSpc>
                <a:spcBef>
                  <a:spcPct val="0"/>
                </a:spcBef>
              </a:pPr>
              <a:r>
                <a:rPr lang="en-US" b="true" sz="3099">
                  <a:solidFill>
                    <a:srgbClr val="2B2B2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TEAM NAME: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2368387"/>
              <a:ext cx="5861625" cy="639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29"/>
                </a:lnSpc>
                <a:spcBef>
                  <a:spcPct val="0"/>
                </a:spcBef>
              </a:pPr>
              <a:r>
                <a:rPr lang="en-US" b="true" sz="3099">
                  <a:solidFill>
                    <a:srgbClr val="2B2B2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TEAM LEADER NAME: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3458895"/>
              <a:ext cx="7759549" cy="639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29"/>
                </a:lnSpc>
                <a:spcBef>
                  <a:spcPct val="0"/>
                </a:spcBef>
              </a:pPr>
              <a:r>
                <a:rPr lang="en-US" b="true" sz="3099">
                  <a:solidFill>
                    <a:srgbClr val="2B2B2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PROBLEM STATEMENT: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46647" y="103090"/>
            <a:ext cx="1341815" cy="1442083"/>
          </a:xfrm>
          <a:custGeom>
            <a:avLst/>
            <a:gdLst/>
            <a:ahLst/>
            <a:cxnLst/>
            <a:rect r="r" b="b" t="t" l="l"/>
            <a:pathLst>
              <a:path h="1442083" w="1341815">
                <a:moveTo>
                  <a:pt x="0" y="0"/>
                </a:moveTo>
                <a:lnTo>
                  <a:pt x="1341815" y="0"/>
                </a:lnTo>
                <a:lnTo>
                  <a:pt x="1341815" y="1442083"/>
                </a:lnTo>
                <a:lnTo>
                  <a:pt x="0" y="14420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23285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17189" y="346179"/>
            <a:ext cx="1448608" cy="955906"/>
          </a:xfrm>
          <a:custGeom>
            <a:avLst/>
            <a:gdLst/>
            <a:ahLst/>
            <a:cxnLst/>
            <a:rect r="r" b="b" t="t" l="l"/>
            <a:pathLst>
              <a:path h="955906" w="1448608">
                <a:moveTo>
                  <a:pt x="0" y="0"/>
                </a:moveTo>
                <a:lnTo>
                  <a:pt x="1448608" y="0"/>
                </a:lnTo>
                <a:lnTo>
                  <a:pt x="1448608" y="955905"/>
                </a:lnTo>
                <a:lnTo>
                  <a:pt x="0" y="9559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" t="0" r="-26811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2282" y="10026351"/>
            <a:ext cx="22921152" cy="3086100"/>
            <a:chOff x="0" y="0"/>
            <a:chExt cx="603684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36847" cy="812800"/>
            </a:xfrm>
            <a:custGeom>
              <a:avLst/>
              <a:gdLst/>
              <a:ahLst/>
              <a:cxnLst/>
              <a:rect r="r" b="b" t="t" l="l"/>
              <a:pathLst>
                <a:path h="812800" w="6036847">
                  <a:moveTo>
                    <a:pt x="0" y="0"/>
                  </a:moveTo>
                  <a:lnTo>
                    <a:pt x="6036847" y="0"/>
                  </a:lnTo>
                  <a:lnTo>
                    <a:pt x="6036847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A1523">
                    <a:alpha val="60000"/>
                  </a:srgbClr>
                </a:gs>
                <a:gs pos="100000">
                  <a:srgbClr val="FFC987">
                    <a:alpha val="60000"/>
                  </a:srgbClr>
                </a:gs>
              </a:gsLst>
              <a:lin ang="20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03684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25515" y="1802252"/>
            <a:ext cx="15942002" cy="54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1"/>
              </a:lnSpc>
              <a:spcBef>
                <a:spcPct val="0"/>
              </a:spcBef>
            </a:pPr>
            <a:r>
              <a:rPr lang="en-US" b="true" sz="3454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BRIEF ABOUT YOUR IDEA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5444689" cy="1382410"/>
          </a:xfrm>
          <a:custGeom>
            <a:avLst/>
            <a:gdLst/>
            <a:ahLst/>
            <a:cxnLst/>
            <a:rect r="r" b="b" t="t" l="l"/>
            <a:pathLst>
              <a:path h="1382410" w="5444689">
                <a:moveTo>
                  <a:pt x="0" y="0"/>
                </a:moveTo>
                <a:lnTo>
                  <a:pt x="5444689" y="0"/>
                </a:lnTo>
                <a:lnTo>
                  <a:pt x="5444689" y="1382410"/>
                </a:lnTo>
                <a:lnTo>
                  <a:pt x="0" y="1382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55775" y="272983"/>
            <a:ext cx="4666046" cy="836444"/>
          </a:xfrm>
          <a:custGeom>
            <a:avLst/>
            <a:gdLst/>
            <a:ahLst/>
            <a:cxnLst/>
            <a:rect r="r" b="b" t="t" l="l"/>
            <a:pathLst>
              <a:path h="836444" w="4666046">
                <a:moveTo>
                  <a:pt x="0" y="0"/>
                </a:moveTo>
                <a:lnTo>
                  <a:pt x="4666046" y="0"/>
                </a:lnTo>
                <a:lnTo>
                  <a:pt x="4666046" y="836444"/>
                </a:lnTo>
                <a:lnTo>
                  <a:pt x="0" y="836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416209" y="1334785"/>
            <a:ext cx="22220247" cy="47625"/>
            <a:chOff x="0" y="0"/>
            <a:chExt cx="5852246" cy="1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246" cy="12543"/>
            </a:xfrm>
            <a:custGeom>
              <a:avLst/>
              <a:gdLst/>
              <a:ahLst/>
              <a:cxnLst/>
              <a:rect r="r" b="b" t="t" l="l"/>
              <a:pathLst>
                <a:path h="12543" w="5852246">
                  <a:moveTo>
                    <a:pt x="0" y="0"/>
                  </a:moveTo>
                  <a:lnTo>
                    <a:pt x="5852246" y="0"/>
                  </a:lnTo>
                  <a:lnTo>
                    <a:pt x="585224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B2B2B">
                <a:alpha val="54902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85224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6621" y="1726202"/>
            <a:ext cx="13364806" cy="189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5"/>
              </a:lnSpc>
            </a:pPr>
            <a:r>
              <a:rPr lang="en-US" sz="3450" b="tru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ABOUT SOLUTION:</a:t>
            </a:r>
          </a:p>
          <a:p>
            <a:pPr algn="l">
              <a:lnSpc>
                <a:spcPts val="3547"/>
              </a:lnSpc>
            </a:pPr>
            <a:r>
              <a:rPr lang="en-US" sz="2728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a.How different is it from any of the other existing ideas?</a:t>
            </a:r>
          </a:p>
          <a:p>
            <a:pPr algn="l">
              <a:lnSpc>
                <a:spcPts val="3547"/>
              </a:lnSpc>
            </a:pPr>
            <a:r>
              <a:rPr lang="en-US" sz="2728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b.How will it be able to solve the problem?</a:t>
            </a:r>
          </a:p>
          <a:p>
            <a:pPr algn="l" marL="0" indent="0" lvl="0">
              <a:lnSpc>
                <a:spcPts val="3547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-262282" y="10026351"/>
            <a:ext cx="22921152" cy="3086100"/>
            <a:chOff x="0" y="0"/>
            <a:chExt cx="6036847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6847" cy="812800"/>
            </a:xfrm>
            <a:custGeom>
              <a:avLst/>
              <a:gdLst/>
              <a:ahLst/>
              <a:cxnLst/>
              <a:rect r="r" b="b" t="t" l="l"/>
              <a:pathLst>
                <a:path h="812800" w="6036847">
                  <a:moveTo>
                    <a:pt x="0" y="0"/>
                  </a:moveTo>
                  <a:lnTo>
                    <a:pt x="6036847" y="0"/>
                  </a:lnTo>
                  <a:lnTo>
                    <a:pt x="6036847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A1523">
                    <a:alpha val="60000"/>
                  </a:srgbClr>
                </a:gs>
                <a:gs pos="100000">
                  <a:srgbClr val="FFC987">
                    <a:alpha val="60000"/>
                  </a:srgbClr>
                </a:gs>
              </a:gsLst>
              <a:lin ang="20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03684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5444689" cy="1382410"/>
          </a:xfrm>
          <a:custGeom>
            <a:avLst/>
            <a:gdLst/>
            <a:ahLst/>
            <a:cxnLst/>
            <a:rect r="r" b="b" t="t" l="l"/>
            <a:pathLst>
              <a:path h="1382410" w="5444689">
                <a:moveTo>
                  <a:pt x="0" y="0"/>
                </a:moveTo>
                <a:lnTo>
                  <a:pt x="5444689" y="0"/>
                </a:lnTo>
                <a:lnTo>
                  <a:pt x="5444689" y="1382410"/>
                </a:lnTo>
                <a:lnTo>
                  <a:pt x="0" y="1382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55775" y="272983"/>
            <a:ext cx="4666046" cy="836444"/>
          </a:xfrm>
          <a:custGeom>
            <a:avLst/>
            <a:gdLst/>
            <a:ahLst/>
            <a:cxnLst/>
            <a:rect r="r" b="b" t="t" l="l"/>
            <a:pathLst>
              <a:path h="836444" w="4666046">
                <a:moveTo>
                  <a:pt x="0" y="0"/>
                </a:moveTo>
                <a:lnTo>
                  <a:pt x="4666046" y="0"/>
                </a:lnTo>
                <a:lnTo>
                  <a:pt x="4666046" y="836444"/>
                </a:lnTo>
                <a:lnTo>
                  <a:pt x="0" y="836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416209" y="1334785"/>
            <a:ext cx="22220247" cy="47625"/>
            <a:chOff x="0" y="0"/>
            <a:chExt cx="5852246" cy="1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246" cy="12543"/>
            </a:xfrm>
            <a:custGeom>
              <a:avLst/>
              <a:gdLst/>
              <a:ahLst/>
              <a:cxnLst/>
              <a:rect r="r" b="b" t="t" l="l"/>
              <a:pathLst>
                <a:path h="12543" w="5852246">
                  <a:moveTo>
                    <a:pt x="0" y="0"/>
                  </a:moveTo>
                  <a:lnTo>
                    <a:pt x="5852246" y="0"/>
                  </a:lnTo>
                  <a:lnTo>
                    <a:pt x="585224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B2B2B">
                <a:alpha val="54902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85224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5357" y="1792051"/>
            <a:ext cx="15942002" cy="52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1"/>
              </a:lnSpc>
              <a:spcBef>
                <a:spcPct val="0"/>
              </a:spcBef>
            </a:pPr>
            <a:r>
              <a:rPr lang="en-US" b="true" sz="3254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LIST OF FEATURES OFFERED BY THE SOLUTION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262282" y="10026351"/>
            <a:ext cx="22921152" cy="3086100"/>
            <a:chOff x="0" y="0"/>
            <a:chExt cx="6036847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6847" cy="812800"/>
            </a:xfrm>
            <a:custGeom>
              <a:avLst/>
              <a:gdLst/>
              <a:ahLst/>
              <a:cxnLst/>
              <a:rect r="r" b="b" t="t" l="l"/>
              <a:pathLst>
                <a:path h="812800" w="6036847">
                  <a:moveTo>
                    <a:pt x="0" y="0"/>
                  </a:moveTo>
                  <a:lnTo>
                    <a:pt x="6036847" y="0"/>
                  </a:lnTo>
                  <a:lnTo>
                    <a:pt x="6036847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A1523">
                    <a:alpha val="60000"/>
                  </a:srgbClr>
                </a:gs>
                <a:gs pos="100000">
                  <a:srgbClr val="FFC987">
                    <a:alpha val="60000"/>
                  </a:srgbClr>
                </a:gs>
              </a:gsLst>
              <a:lin ang="20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03684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5444689" cy="1382410"/>
          </a:xfrm>
          <a:custGeom>
            <a:avLst/>
            <a:gdLst/>
            <a:ahLst/>
            <a:cxnLst/>
            <a:rect r="r" b="b" t="t" l="l"/>
            <a:pathLst>
              <a:path h="1382410" w="5444689">
                <a:moveTo>
                  <a:pt x="0" y="0"/>
                </a:moveTo>
                <a:lnTo>
                  <a:pt x="5444689" y="0"/>
                </a:lnTo>
                <a:lnTo>
                  <a:pt x="5444689" y="1382410"/>
                </a:lnTo>
                <a:lnTo>
                  <a:pt x="0" y="1382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55775" y="272983"/>
            <a:ext cx="4666046" cy="836444"/>
          </a:xfrm>
          <a:custGeom>
            <a:avLst/>
            <a:gdLst/>
            <a:ahLst/>
            <a:cxnLst/>
            <a:rect r="r" b="b" t="t" l="l"/>
            <a:pathLst>
              <a:path h="836444" w="4666046">
                <a:moveTo>
                  <a:pt x="0" y="0"/>
                </a:moveTo>
                <a:lnTo>
                  <a:pt x="4666046" y="0"/>
                </a:lnTo>
                <a:lnTo>
                  <a:pt x="4666046" y="836444"/>
                </a:lnTo>
                <a:lnTo>
                  <a:pt x="0" y="836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416209" y="1334785"/>
            <a:ext cx="22220247" cy="47625"/>
            <a:chOff x="0" y="0"/>
            <a:chExt cx="5852246" cy="1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246" cy="12543"/>
            </a:xfrm>
            <a:custGeom>
              <a:avLst/>
              <a:gdLst/>
              <a:ahLst/>
              <a:cxnLst/>
              <a:rect r="r" b="b" t="t" l="l"/>
              <a:pathLst>
                <a:path h="12543" w="5852246">
                  <a:moveTo>
                    <a:pt x="0" y="0"/>
                  </a:moveTo>
                  <a:lnTo>
                    <a:pt x="5852246" y="0"/>
                  </a:lnTo>
                  <a:lnTo>
                    <a:pt x="585224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B2B2B">
                <a:alpha val="54902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85224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2282" y="10026351"/>
            <a:ext cx="22921152" cy="3086100"/>
            <a:chOff x="0" y="0"/>
            <a:chExt cx="603684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36847" cy="812800"/>
            </a:xfrm>
            <a:custGeom>
              <a:avLst/>
              <a:gdLst/>
              <a:ahLst/>
              <a:cxnLst/>
              <a:rect r="r" b="b" t="t" l="l"/>
              <a:pathLst>
                <a:path h="812800" w="6036847">
                  <a:moveTo>
                    <a:pt x="0" y="0"/>
                  </a:moveTo>
                  <a:lnTo>
                    <a:pt x="6036847" y="0"/>
                  </a:lnTo>
                  <a:lnTo>
                    <a:pt x="6036847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A1523">
                    <a:alpha val="60000"/>
                  </a:srgbClr>
                </a:gs>
                <a:gs pos="100000">
                  <a:srgbClr val="FFC987">
                    <a:alpha val="60000"/>
                  </a:srgbClr>
                </a:gs>
              </a:gsLst>
              <a:lin ang="20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03684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5444689" cy="1382410"/>
          </a:xfrm>
          <a:custGeom>
            <a:avLst/>
            <a:gdLst/>
            <a:ahLst/>
            <a:cxnLst/>
            <a:rect r="r" b="b" t="t" l="l"/>
            <a:pathLst>
              <a:path h="1382410" w="5444689">
                <a:moveTo>
                  <a:pt x="0" y="0"/>
                </a:moveTo>
                <a:lnTo>
                  <a:pt x="5444689" y="0"/>
                </a:lnTo>
                <a:lnTo>
                  <a:pt x="5444689" y="1382410"/>
                </a:lnTo>
                <a:lnTo>
                  <a:pt x="0" y="1382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55775" y="272983"/>
            <a:ext cx="4666046" cy="836444"/>
          </a:xfrm>
          <a:custGeom>
            <a:avLst/>
            <a:gdLst/>
            <a:ahLst/>
            <a:cxnLst/>
            <a:rect r="r" b="b" t="t" l="l"/>
            <a:pathLst>
              <a:path h="836444" w="4666046">
                <a:moveTo>
                  <a:pt x="0" y="0"/>
                </a:moveTo>
                <a:lnTo>
                  <a:pt x="4666046" y="0"/>
                </a:lnTo>
                <a:lnTo>
                  <a:pt x="4666046" y="836444"/>
                </a:lnTo>
                <a:lnTo>
                  <a:pt x="0" y="836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416209" y="1334785"/>
            <a:ext cx="22220247" cy="47625"/>
            <a:chOff x="0" y="0"/>
            <a:chExt cx="5852246" cy="12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52246" cy="12543"/>
            </a:xfrm>
            <a:custGeom>
              <a:avLst/>
              <a:gdLst/>
              <a:ahLst/>
              <a:cxnLst/>
              <a:rect r="r" b="b" t="t" l="l"/>
              <a:pathLst>
                <a:path h="12543" w="5852246">
                  <a:moveTo>
                    <a:pt x="0" y="0"/>
                  </a:moveTo>
                  <a:lnTo>
                    <a:pt x="5852246" y="0"/>
                  </a:lnTo>
                  <a:lnTo>
                    <a:pt x="585224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B2B2B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85224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65357" y="1792051"/>
            <a:ext cx="15942002" cy="52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1"/>
              </a:lnSpc>
              <a:spcBef>
                <a:spcPct val="0"/>
              </a:spcBef>
            </a:pPr>
            <a:r>
              <a:rPr lang="en-US" b="true" sz="3254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TECHNOLOGIES USED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5673" y="1761972"/>
            <a:ext cx="15942002" cy="52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1"/>
              </a:lnSpc>
              <a:spcBef>
                <a:spcPct val="0"/>
              </a:spcBef>
            </a:pPr>
            <a:r>
              <a:rPr lang="en-US" b="true" sz="3254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PROCESS FLOW DIAGRAM OR USE-CASE DIAGRAM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262282" y="10026351"/>
            <a:ext cx="22921152" cy="3086100"/>
            <a:chOff x="0" y="0"/>
            <a:chExt cx="6036847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6847" cy="812800"/>
            </a:xfrm>
            <a:custGeom>
              <a:avLst/>
              <a:gdLst/>
              <a:ahLst/>
              <a:cxnLst/>
              <a:rect r="r" b="b" t="t" l="l"/>
              <a:pathLst>
                <a:path h="812800" w="6036847">
                  <a:moveTo>
                    <a:pt x="0" y="0"/>
                  </a:moveTo>
                  <a:lnTo>
                    <a:pt x="6036847" y="0"/>
                  </a:lnTo>
                  <a:lnTo>
                    <a:pt x="6036847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A1523">
                    <a:alpha val="61000"/>
                  </a:srgbClr>
                </a:gs>
                <a:gs pos="100000">
                  <a:srgbClr val="FFC987">
                    <a:alpha val="61000"/>
                  </a:srgbClr>
                </a:gs>
              </a:gsLst>
              <a:lin ang="20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03684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5444689" cy="1382410"/>
          </a:xfrm>
          <a:custGeom>
            <a:avLst/>
            <a:gdLst/>
            <a:ahLst/>
            <a:cxnLst/>
            <a:rect r="r" b="b" t="t" l="l"/>
            <a:pathLst>
              <a:path h="1382410" w="5444689">
                <a:moveTo>
                  <a:pt x="0" y="0"/>
                </a:moveTo>
                <a:lnTo>
                  <a:pt x="5444689" y="0"/>
                </a:lnTo>
                <a:lnTo>
                  <a:pt x="5444689" y="1382410"/>
                </a:lnTo>
                <a:lnTo>
                  <a:pt x="0" y="1382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55775" y="272983"/>
            <a:ext cx="4666046" cy="836444"/>
          </a:xfrm>
          <a:custGeom>
            <a:avLst/>
            <a:gdLst/>
            <a:ahLst/>
            <a:cxnLst/>
            <a:rect r="r" b="b" t="t" l="l"/>
            <a:pathLst>
              <a:path h="836444" w="4666046">
                <a:moveTo>
                  <a:pt x="0" y="0"/>
                </a:moveTo>
                <a:lnTo>
                  <a:pt x="4666046" y="0"/>
                </a:lnTo>
                <a:lnTo>
                  <a:pt x="4666046" y="836444"/>
                </a:lnTo>
                <a:lnTo>
                  <a:pt x="0" y="836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416209" y="1334785"/>
            <a:ext cx="22220247" cy="47625"/>
            <a:chOff x="0" y="0"/>
            <a:chExt cx="5852246" cy="1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246" cy="12543"/>
            </a:xfrm>
            <a:custGeom>
              <a:avLst/>
              <a:gdLst/>
              <a:ahLst/>
              <a:cxnLst/>
              <a:rect r="r" b="b" t="t" l="l"/>
              <a:pathLst>
                <a:path h="12543" w="5852246">
                  <a:moveTo>
                    <a:pt x="0" y="0"/>
                  </a:moveTo>
                  <a:lnTo>
                    <a:pt x="5852246" y="0"/>
                  </a:lnTo>
                  <a:lnTo>
                    <a:pt x="585224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B2B2B">
                <a:alpha val="54902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85224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5515" y="1882288"/>
            <a:ext cx="15942002" cy="52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1"/>
              </a:lnSpc>
              <a:spcBef>
                <a:spcPct val="0"/>
              </a:spcBef>
            </a:pPr>
            <a:r>
              <a:rPr lang="en-US" b="true" sz="3254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ARCHITECTURE DIAGRAM OF THE PROPOSED SOLUTION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262282" y="10026351"/>
            <a:ext cx="22921152" cy="3086100"/>
            <a:chOff x="0" y="0"/>
            <a:chExt cx="6036847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6847" cy="812800"/>
            </a:xfrm>
            <a:custGeom>
              <a:avLst/>
              <a:gdLst/>
              <a:ahLst/>
              <a:cxnLst/>
              <a:rect r="r" b="b" t="t" l="l"/>
              <a:pathLst>
                <a:path h="812800" w="6036847">
                  <a:moveTo>
                    <a:pt x="0" y="0"/>
                  </a:moveTo>
                  <a:lnTo>
                    <a:pt x="6036847" y="0"/>
                  </a:lnTo>
                  <a:lnTo>
                    <a:pt x="6036847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A1523">
                    <a:alpha val="60000"/>
                  </a:srgbClr>
                </a:gs>
                <a:gs pos="100000">
                  <a:srgbClr val="FFC987">
                    <a:alpha val="60000"/>
                  </a:srgbClr>
                </a:gs>
              </a:gsLst>
              <a:lin ang="20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03684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5444689" cy="1382410"/>
          </a:xfrm>
          <a:custGeom>
            <a:avLst/>
            <a:gdLst/>
            <a:ahLst/>
            <a:cxnLst/>
            <a:rect r="r" b="b" t="t" l="l"/>
            <a:pathLst>
              <a:path h="1382410" w="5444689">
                <a:moveTo>
                  <a:pt x="0" y="0"/>
                </a:moveTo>
                <a:lnTo>
                  <a:pt x="5444689" y="0"/>
                </a:lnTo>
                <a:lnTo>
                  <a:pt x="5444689" y="1382410"/>
                </a:lnTo>
                <a:lnTo>
                  <a:pt x="0" y="1382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55775" y="272983"/>
            <a:ext cx="4666046" cy="836444"/>
          </a:xfrm>
          <a:custGeom>
            <a:avLst/>
            <a:gdLst/>
            <a:ahLst/>
            <a:cxnLst/>
            <a:rect r="r" b="b" t="t" l="l"/>
            <a:pathLst>
              <a:path h="836444" w="4666046">
                <a:moveTo>
                  <a:pt x="0" y="0"/>
                </a:moveTo>
                <a:lnTo>
                  <a:pt x="4666046" y="0"/>
                </a:lnTo>
                <a:lnTo>
                  <a:pt x="4666046" y="836444"/>
                </a:lnTo>
                <a:lnTo>
                  <a:pt x="0" y="836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416209" y="1334785"/>
            <a:ext cx="22220247" cy="47625"/>
            <a:chOff x="0" y="0"/>
            <a:chExt cx="5852246" cy="1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246" cy="12543"/>
            </a:xfrm>
            <a:custGeom>
              <a:avLst/>
              <a:gdLst/>
              <a:ahLst/>
              <a:cxnLst/>
              <a:rect r="r" b="b" t="t" l="l"/>
              <a:pathLst>
                <a:path h="12543" w="5852246">
                  <a:moveTo>
                    <a:pt x="0" y="0"/>
                  </a:moveTo>
                  <a:lnTo>
                    <a:pt x="5852246" y="0"/>
                  </a:lnTo>
                  <a:lnTo>
                    <a:pt x="585224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B2B2B">
                <a:alpha val="54902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85224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2282" y="10026351"/>
            <a:ext cx="22921152" cy="3086100"/>
            <a:chOff x="0" y="0"/>
            <a:chExt cx="603684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36847" cy="812800"/>
            </a:xfrm>
            <a:custGeom>
              <a:avLst/>
              <a:gdLst/>
              <a:ahLst/>
              <a:cxnLst/>
              <a:rect r="r" b="b" t="t" l="l"/>
              <a:pathLst>
                <a:path h="812800" w="6036847">
                  <a:moveTo>
                    <a:pt x="0" y="0"/>
                  </a:moveTo>
                  <a:lnTo>
                    <a:pt x="6036847" y="0"/>
                  </a:lnTo>
                  <a:lnTo>
                    <a:pt x="6036847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A1523">
                    <a:alpha val="60000"/>
                  </a:srgbClr>
                </a:gs>
                <a:gs pos="100000">
                  <a:srgbClr val="FFC987">
                    <a:alpha val="60000"/>
                  </a:srgbClr>
                </a:gs>
              </a:gsLst>
              <a:lin ang="20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03684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5444689" cy="1382410"/>
          </a:xfrm>
          <a:custGeom>
            <a:avLst/>
            <a:gdLst/>
            <a:ahLst/>
            <a:cxnLst/>
            <a:rect r="r" b="b" t="t" l="l"/>
            <a:pathLst>
              <a:path h="1382410" w="5444689">
                <a:moveTo>
                  <a:pt x="0" y="0"/>
                </a:moveTo>
                <a:lnTo>
                  <a:pt x="5444689" y="0"/>
                </a:lnTo>
                <a:lnTo>
                  <a:pt x="5444689" y="1382410"/>
                </a:lnTo>
                <a:lnTo>
                  <a:pt x="0" y="1382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55775" y="272983"/>
            <a:ext cx="4666046" cy="836444"/>
          </a:xfrm>
          <a:custGeom>
            <a:avLst/>
            <a:gdLst/>
            <a:ahLst/>
            <a:cxnLst/>
            <a:rect r="r" b="b" t="t" l="l"/>
            <a:pathLst>
              <a:path h="836444" w="4666046">
                <a:moveTo>
                  <a:pt x="0" y="0"/>
                </a:moveTo>
                <a:lnTo>
                  <a:pt x="4666046" y="0"/>
                </a:lnTo>
                <a:lnTo>
                  <a:pt x="4666046" y="836444"/>
                </a:lnTo>
                <a:lnTo>
                  <a:pt x="0" y="836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416209" y="1334785"/>
            <a:ext cx="22220247" cy="47625"/>
            <a:chOff x="0" y="0"/>
            <a:chExt cx="5852246" cy="12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52246" cy="12543"/>
            </a:xfrm>
            <a:custGeom>
              <a:avLst/>
              <a:gdLst/>
              <a:ahLst/>
              <a:cxnLst/>
              <a:rect r="r" b="b" t="t" l="l"/>
              <a:pathLst>
                <a:path h="12543" w="5852246">
                  <a:moveTo>
                    <a:pt x="0" y="0"/>
                  </a:moveTo>
                  <a:lnTo>
                    <a:pt x="5852246" y="0"/>
                  </a:lnTo>
                  <a:lnTo>
                    <a:pt x="585224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B2B2B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85224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44565" y="1852209"/>
            <a:ext cx="15942002" cy="52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1"/>
              </a:lnSpc>
              <a:spcBef>
                <a:spcPct val="0"/>
              </a:spcBef>
            </a:pPr>
            <a:r>
              <a:rPr lang="en-US" b="true" sz="3254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SNAPSHOTS OF THE MVP AND LINK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1596" y="1892290"/>
            <a:ext cx="15942002" cy="52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1"/>
              </a:lnSpc>
              <a:spcBef>
                <a:spcPct val="0"/>
              </a:spcBef>
            </a:pPr>
            <a:r>
              <a:rPr lang="en-US" b="true" sz="3254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ADDITIONAL DETAILS/FUTURE DEVELOPMENT (OPTIONAL)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262282" y="10026351"/>
            <a:ext cx="22921152" cy="3086100"/>
            <a:chOff x="0" y="0"/>
            <a:chExt cx="6036847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6847" cy="812800"/>
            </a:xfrm>
            <a:custGeom>
              <a:avLst/>
              <a:gdLst/>
              <a:ahLst/>
              <a:cxnLst/>
              <a:rect r="r" b="b" t="t" l="l"/>
              <a:pathLst>
                <a:path h="812800" w="6036847">
                  <a:moveTo>
                    <a:pt x="0" y="0"/>
                  </a:moveTo>
                  <a:lnTo>
                    <a:pt x="6036847" y="0"/>
                  </a:lnTo>
                  <a:lnTo>
                    <a:pt x="6036847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A1523">
                    <a:alpha val="60000"/>
                  </a:srgbClr>
                </a:gs>
                <a:gs pos="100000">
                  <a:srgbClr val="FFC987">
                    <a:alpha val="60000"/>
                  </a:srgbClr>
                </a:gs>
              </a:gsLst>
              <a:lin ang="20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03684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5444689" cy="1382410"/>
          </a:xfrm>
          <a:custGeom>
            <a:avLst/>
            <a:gdLst/>
            <a:ahLst/>
            <a:cxnLst/>
            <a:rect r="r" b="b" t="t" l="l"/>
            <a:pathLst>
              <a:path h="1382410" w="5444689">
                <a:moveTo>
                  <a:pt x="0" y="0"/>
                </a:moveTo>
                <a:lnTo>
                  <a:pt x="5444689" y="0"/>
                </a:lnTo>
                <a:lnTo>
                  <a:pt x="5444689" y="1382410"/>
                </a:lnTo>
                <a:lnTo>
                  <a:pt x="0" y="1382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55775" y="272983"/>
            <a:ext cx="4666046" cy="836444"/>
          </a:xfrm>
          <a:custGeom>
            <a:avLst/>
            <a:gdLst/>
            <a:ahLst/>
            <a:cxnLst/>
            <a:rect r="r" b="b" t="t" l="l"/>
            <a:pathLst>
              <a:path h="836444" w="4666046">
                <a:moveTo>
                  <a:pt x="0" y="0"/>
                </a:moveTo>
                <a:lnTo>
                  <a:pt x="4666046" y="0"/>
                </a:lnTo>
                <a:lnTo>
                  <a:pt x="4666046" y="836444"/>
                </a:lnTo>
                <a:lnTo>
                  <a:pt x="0" y="836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416209" y="1334785"/>
            <a:ext cx="22220247" cy="47625"/>
            <a:chOff x="0" y="0"/>
            <a:chExt cx="5852246" cy="1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246" cy="12543"/>
            </a:xfrm>
            <a:custGeom>
              <a:avLst/>
              <a:gdLst/>
              <a:ahLst/>
              <a:cxnLst/>
              <a:rect r="r" b="b" t="t" l="l"/>
              <a:pathLst>
                <a:path h="12543" w="5852246">
                  <a:moveTo>
                    <a:pt x="0" y="0"/>
                  </a:moveTo>
                  <a:lnTo>
                    <a:pt x="5852246" y="0"/>
                  </a:lnTo>
                  <a:lnTo>
                    <a:pt x="585224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B2B2B">
                <a:alpha val="54902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85224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2282" y="10026351"/>
            <a:ext cx="22921152" cy="3086100"/>
            <a:chOff x="0" y="0"/>
            <a:chExt cx="603684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36847" cy="812800"/>
            </a:xfrm>
            <a:custGeom>
              <a:avLst/>
              <a:gdLst/>
              <a:ahLst/>
              <a:cxnLst/>
              <a:rect r="r" b="b" t="t" l="l"/>
              <a:pathLst>
                <a:path h="812800" w="6036847">
                  <a:moveTo>
                    <a:pt x="0" y="0"/>
                  </a:moveTo>
                  <a:lnTo>
                    <a:pt x="6036847" y="0"/>
                  </a:lnTo>
                  <a:lnTo>
                    <a:pt x="6036847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A1523">
                    <a:alpha val="60000"/>
                  </a:srgbClr>
                </a:gs>
                <a:gs pos="100000">
                  <a:srgbClr val="FFC987">
                    <a:alpha val="60000"/>
                  </a:srgbClr>
                </a:gs>
              </a:gsLst>
              <a:lin ang="20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03684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5444689" cy="1382410"/>
          </a:xfrm>
          <a:custGeom>
            <a:avLst/>
            <a:gdLst/>
            <a:ahLst/>
            <a:cxnLst/>
            <a:rect r="r" b="b" t="t" l="l"/>
            <a:pathLst>
              <a:path h="1382410" w="5444689">
                <a:moveTo>
                  <a:pt x="0" y="0"/>
                </a:moveTo>
                <a:lnTo>
                  <a:pt x="5444689" y="0"/>
                </a:lnTo>
                <a:lnTo>
                  <a:pt x="5444689" y="1382410"/>
                </a:lnTo>
                <a:lnTo>
                  <a:pt x="0" y="1382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55775" y="272983"/>
            <a:ext cx="4666046" cy="836444"/>
          </a:xfrm>
          <a:custGeom>
            <a:avLst/>
            <a:gdLst/>
            <a:ahLst/>
            <a:cxnLst/>
            <a:rect r="r" b="b" t="t" l="l"/>
            <a:pathLst>
              <a:path h="836444" w="4666046">
                <a:moveTo>
                  <a:pt x="0" y="0"/>
                </a:moveTo>
                <a:lnTo>
                  <a:pt x="4666046" y="0"/>
                </a:lnTo>
                <a:lnTo>
                  <a:pt x="4666046" y="836444"/>
                </a:lnTo>
                <a:lnTo>
                  <a:pt x="0" y="836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416209" y="1334785"/>
            <a:ext cx="22220247" cy="47625"/>
            <a:chOff x="0" y="0"/>
            <a:chExt cx="5852246" cy="12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52246" cy="12543"/>
            </a:xfrm>
            <a:custGeom>
              <a:avLst/>
              <a:gdLst/>
              <a:ahLst/>
              <a:cxnLst/>
              <a:rect r="r" b="b" t="t" l="l"/>
              <a:pathLst>
                <a:path h="12543" w="5852246">
                  <a:moveTo>
                    <a:pt x="0" y="0"/>
                  </a:moveTo>
                  <a:lnTo>
                    <a:pt x="5852246" y="0"/>
                  </a:lnTo>
                  <a:lnTo>
                    <a:pt x="585224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B2B2B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85224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91596" y="1892290"/>
            <a:ext cx="15942002" cy="52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1"/>
              </a:lnSpc>
              <a:spcBef>
                <a:spcPct val="0"/>
              </a:spcBef>
            </a:pPr>
            <a:r>
              <a:rPr lang="en-US" b="true" sz="3254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ESTIMATED IMPLEMENTATION COST (OPTIONAL)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56921" y="-4252652"/>
            <a:ext cx="21609635" cy="16934560"/>
            <a:chOff x="0" y="0"/>
            <a:chExt cx="5691426" cy="4460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91426" cy="4460131"/>
            </a:xfrm>
            <a:custGeom>
              <a:avLst/>
              <a:gdLst/>
              <a:ahLst/>
              <a:cxnLst/>
              <a:rect r="r" b="b" t="t" l="l"/>
              <a:pathLst>
                <a:path h="4460131" w="5691426">
                  <a:moveTo>
                    <a:pt x="35826" y="0"/>
                  </a:moveTo>
                  <a:lnTo>
                    <a:pt x="5655600" y="0"/>
                  </a:lnTo>
                  <a:cubicBezTo>
                    <a:pt x="5675386" y="0"/>
                    <a:pt x="5691426" y="16040"/>
                    <a:pt x="5691426" y="35826"/>
                  </a:cubicBezTo>
                  <a:lnTo>
                    <a:pt x="5691426" y="4424305"/>
                  </a:lnTo>
                  <a:cubicBezTo>
                    <a:pt x="5691426" y="4444091"/>
                    <a:pt x="5675386" y="4460131"/>
                    <a:pt x="5655600" y="4460131"/>
                  </a:cubicBezTo>
                  <a:lnTo>
                    <a:pt x="35826" y="4460131"/>
                  </a:lnTo>
                  <a:cubicBezTo>
                    <a:pt x="16040" y="4460131"/>
                    <a:pt x="0" y="4444091"/>
                    <a:pt x="0" y="4424305"/>
                  </a:cubicBezTo>
                  <a:lnTo>
                    <a:pt x="0" y="35826"/>
                  </a:lnTo>
                  <a:cubicBezTo>
                    <a:pt x="0" y="16040"/>
                    <a:pt x="16040" y="0"/>
                    <a:pt x="358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A1523">
                    <a:alpha val="60000"/>
                  </a:srgbClr>
                </a:gs>
                <a:gs pos="100000">
                  <a:srgbClr val="FFC987">
                    <a:alpha val="60000"/>
                  </a:srgbClr>
                </a:gs>
              </a:gsLst>
              <a:lin ang="20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691426" cy="4498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5725149"/>
            <a:ext cx="14062207" cy="280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200"/>
              </a:lnSpc>
              <a:spcBef>
                <a:spcPct val="0"/>
              </a:spcBef>
            </a:pPr>
            <a:r>
              <a:rPr lang="en-US" b="true" sz="20000" spc="-380">
                <a:solidFill>
                  <a:srgbClr val="171717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THANK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84903"/>
            <a:ext cx="2310869" cy="1287594"/>
            <a:chOff x="0" y="0"/>
            <a:chExt cx="3081159" cy="1716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97424" cy="1716792"/>
            </a:xfrm>
            <a:custGeom>
              <a:avLst/>
              <a:gdLst/>
              <a:ahLst/>
              <a:cxnLst/>
              <a:rect r="r" b="b" t="t" l="l"/>
              <a:pathLst>
                <a:path h="1716792" w="1597424">
                  <a:moveTo>
                    <a:pt x="0" y="0"/>
                  </a:moveTo>
                  <a:lnTo>
                    <a:pt x="1597424" y="0"/>
                  </a:lnTo>
                  <a:lnTo>
                    <a:pt x="1597424" y="1716792"/>
                  </a:lnTo>
                  <a:lnTo>
                    <a:pt x="0" y="1716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23285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91064" y="193793"/>
              <a:ext cx="1690095" cy="1115258"/>
            </a:xfrm>
            <a:custGeom>
              <a:avLst/>
              <a:gdLst/>
              <a:ahLst/>
              <a:cxnLst/>
              <a:rect r="r" b="b" t="t" l="l"/>
              <a:pathLst>
                <a:path h="1115258" w="1690095">
                  <a:moveTo>
                    <a:pt x="0" y="0"/>
                  </a:moveTo>
                  <a:lnTo>
                    <a:pt x="1690095" y="0"/>
                  </a:lnTo>
                  <a:lnTo>
                    <a:pt x="1690095" y="1115258"/>
                  </a:lnTo>
                  <a:lnTo>
                    <a:pt x="0" y="1115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268110" b="0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1028700" y="8364161"/>
            <a:ext cx="6268987" cy="0"/>
          </a:xfrm>
          <a:prstGeom prst="line">
            <a:avLst/>
          </a:prstGeom>
          <a:ln cap="rnd" w="57150">
            <a:solidFill>
              <a:srgbClr val="2B2B2B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7638776" y="7963736"/>
            <a:ext cx="800851" cy="800851"/>
          </a:xfrm>
          <a:custGeom>
            <a:avLst/>
            <a:gdLst/>
            <a:ahLst/>
            <a:cxnLst/>
            <a:rect r="r" b="b" t="t" l="l"/>
            <a:pathLst>
              <a:path h="800851" w="800851">
                <a:moveTo>
                  <a:pt x="0" y="0"/>
                </a:moveTo>
                <a:lnTo>
                  <a:pt x="800851" y="0"/>
                </a:lnTo>
                <a:lnTo>
                  <a:pt x="800851" y="800851"/>
                </a:lnTo>
                <a:lnTo>
                  <a:pt x="0" y="80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8772698" y="7963736"/>
            <a:ext cx="800851" cy="800851"/>
          </a:xfrm>
          <a:custGeom>
            <a:avLst/>
            <a:gdLst/>
            <a:ahLst/>
            <a:cxnLst/>
            <a:rect r="r" b="b" t="t" l="l"/>
            <a:pathLst>
              <a:path h="800851" w="800851">
                <a:moveTo>
                  <a:pt x="0" y="0"/>
                </a:moveTo>
                <a:lnTo>
                  <a:pt x="800851" y="0"/>
                </a:lnTo>
                <a:lnTo>
                  <a:pt x="800851" y="800851"/>
                </a:lnTo>
                <a:lnTo>
                  <a:pt x="0" y="80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9784469" y="1672497"/>
            <a:ext cx="7863062" cy="5559740"/>
          </a:xfrm>
          <a:custGeom>
            <a:avLst/>
            <a:gdLst/>
            <a:ahLst/>
            <a:cxnLst/>
            <a:rect r="r" b="b" t="t" l="l"/>
            <a:pathLst>
              <a:path h="5559740" w="7863062">
                <a:moveTo>
                  <a:pt x="0" y="0"/>
                </a:moveTo>
                <a:lnTo>
                  <a:pt x="7863062" y="0"/>
                </a:lnTo>
                <a:lnTo>
                  <a:pt x="7863062" y="5559740"/>
                </a:lnTo>
                <a:lnTo>
                  <a:pt x="0" y="55597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18293" y="7508874"/>
            <a:ext cx="9745227" cy="277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200"/>
              </a:lnSpc>
              <a:spcBef>
                <a:spcPct val="0"/>
              </a:spcBef>
            </a:pPr>
            <a:r>
              <a:rPr lang="en-US" b="true" sz="20000" spc="-380">
                <a:solidFill>
                  <a:srgbClr val="171717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YOU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2702003"/>
            <a:ext cx="11952875" cy="2172685"/>
            <a:chOff x="0" y="0"/>
            <a:chExt cx="15937166" cy="289691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1572571" y="428625"/>
              <a:ext cx="14364595" cy="1780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8490"/>
                </a:lnSpc>
                <a:spcBef>
                  <a:spcPct val="0"/>
                </a:spcBef>
              </a:pPr>
              <a:r>
                <a:rPr lang="en-US" sz="10885" spc="-85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INNOVATEX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747944"/>
              <a:ext cx="7830166" cy="1148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7030"/>
                </a:lnSpc>
                <a:spcBef>
                  <a:spcPct val="0"/>
                </a:spcBef>
              </a:pPr>
              <a:r>
                <a:rPr lang="en-US" b="true" sz="5408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HACKATHON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